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 知识库系统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本地部署的文档检索系统</a:t>
            </a:r>
          </a:p>
          <a:p>
            <a:r>
              <a:t>架构设计与功能介绍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核心组件：</a:t>
            </a:r>
          </a:p>
          <a:p>
            <a:pPr lvl="1"/>
            <a:r>
              <a:t>• Ollama + bge-m3：Embedding 向量化</a:t>
            </a:r>
          </a:p>
          <a:p>
            <a:pPr lvl="1"/>
            <a:r>
              <a:t>• Qdrant：向量数据库存储</a:t>
            </a:r>
          </a:p>
          <a:p>
            <a:pPr lvl="1"/>
            <a:r>
              <a:t>• FastAPI：RESTful API 服务</a:t>
            </a:r>
          </a:p>
          <a:p>
            <a:pPr lvl="1"/>
            <a:r>
              <a:t>• SQLite：元数据管理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主要功能：</a:t>
            </a:r>
          </a:p>
          <a:p>
            <a:pPr lvl="1"/>
            <a:r>
              <a:t>• 多项目管理：项目间数据隔离</a:t>
            </a:r>
          </a:p>
          <a:p>
            <a:pPr lvl="1"/>
            <a:r>
              <a:t>• 文档解析：支持 PDF/Word/Excel/PPT</a:t>
            </a:r>
          </a:p>
          <a:p>
            <a:pPr lvl="1"/>
            <a:r>
              <a:t>• 语义搜索：基于 bge-m3 向量检索</a:t>
            </a:r>
          </a:p>
          <a:p>
            <a:pPr lvl="1"/>
            <a:r>
              <a:t>• 混合检索：语义 + 关键词融合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